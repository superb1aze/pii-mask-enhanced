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Оклады: ООО «Ромашка»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Лист1!$A$2:$A$3</c:f>
            </c:multiLvlStrRef>
          </c:cat>
          <c:val>
            <c:numRef>
              <c:f>Лист1!$C$2:$C$3</c:f>
            </c:numRef>
          </c:val>
          <c:extLst>
            <c:ext xmlns:c16="http://schemas.microsoft.com/office/drawing/2014/chart" uri="{C3380CC4-5D6E-409C-BE32-E72D297353CC}">
              <c16:uniqueId val="{00000000-FB8C-477C-A49D-103ACC34EC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5709952"/>
        <c:axId val="1415711392"/>
      </c:barChart>
      <c:catAx>
        <c:axId val="1415709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15711392"/>
        <c:crosses val="autoZero"/>
        <c:auto val="1"/>
        <c:lblAlgn val="ctr"/>
        <c:lblOffset val="100"/>
        <c:noMultiLvlLbl val="0"/>
      </c:catAx>
      <c:valAx>
        <c:axId val="1415711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15709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F6F127-D0F6-4E01-8816-C33C8F8087C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9C649D7-502C-465C-A365-79C5B3C705DD}">
      <dgm:prSet phldrT="[Текст]"/>
      <dgm:spPr/>
      <dgm:t>
        <a:bodyPr/>
        <a:lstStyle/>
        <a:p>
          <a:r>
            <a:rPr lang="ru-RU"/>
            <a:t>Директор Соколова Анна Владимировна</a:t>
          </a:r>
        </a:p>
      </dgm:t>
    </dgm:pt>
    <dgm:pt modelId="{BEBE2A40-7F94-414B-A27E-793238158F1C}" type="parTrans" cxnId="{8F0686BE-07AD-4EEB-B8D3-9D0F32EC34A1}">
      <dgm:prSet/>
      <dgm:spPr/>
      <dgm:t>
        <a:bodyPr/>
        <a:lstStyle/>
        <a:p>
          <a:endParaRPr lang="ru-RU"/>
        </a:p>
      </dgm:t>
    </dgm:pt>
    <dgm:pt modelId="{89BA4C65-A2BB-494B-A558-41EA8537DB21}" type="sibTrans" cxnId="{8F0686BE-07AD-4EEB-B8D3-9D0F32EC34A1}">
      <dgm:prSet/>
      <dgm:spPr/>
      <dgm:t>
        <a:bodyPr/>
        <a:lstStyle/>
        <a:p>
          <a:endParaRPr lang="ru-RU"/>
        </a:p>
      </dgm:t>
    </dgm:pt>
    <dgm:pt modelId="{2A66D8CB-F691-47FD-9639-3492F0BB6F5F}">
      <dgm:prSet phldrT="[Текст]" phldr="1"/>
      <dgm:spPr/>
      <dgm:t>
        <a:bodyPr/>
        <a:lstStyle/>
        <a:p>
          <a:endParaRPr lang="ru-RU"/>
        </a:p>
      </dgm:t>
    </dgm:pt>
    <dgm:pt modelId="{533A86D9-1FF7-4DA4-B6DB-A39D58976B8F}" type="parTrans" cxnId="{ADA8F4C3-8ED7-412D-B8AD-139D4F7AC809}">
      <dgm:prSet/>
      <dgm:spPr/>
      <dgm:t>
        <a:bodyPr/>
        <a:lstStyle/>
        <a:p>
          <a:endParaRPr lang="ru-RU"/>
        </a:p>
      </dgm:t>
    </dgm:pt>
    <dgm:pt modelId="{0FAC907C-7FE2-49AE-8061-6D2AAB5F55D7}" type="sibTrans" cxnId="{ADA8F4C3-8ED7-412D-B8AD-139D4F7AC809}">
      <dgm:prSet/>
      <dgm:spPr/>
      <dgm:t>
        <a:bodyPr/>
        <a:lstStyle/>
        <a:p>
          <a:endParaRPr lang="ru-RU"/>
        </a:p>
      </dgm:t>
    </dgm:pt>
    <dgm:pt modelId="{E47B901F-93C3-4587-981A-54D44F44DDBE}">
      <dgm:prSet phldrT="[Текст]" phldr="1"/>
      <dgm:spPr/>
      <dgm:t>
        <a:bodyPr/>
        <a:lstStyle/>
        <a:p>
          <a:endParaRPr lang="ru-RU"/>
        </a:p>
      </dgm:t>
    </dgm:pt>
    <dgm:pt modelId="{AE03AC5E-9E3A-4D9E-98B2-5D15134DA4D4}" type="parTrans" cxnId="{8610FA54-047F-4857-A02B-BDBB62A82A9B}">
      <dgm:prSet/>
      <dgm:spPr/>
      <dgm:t>
        <a:bodyPr/>
        <a:lstStyle/>
        <a:p>
          <a:endParaRPr lang="ru-RU"/>
        </a:p>
      </dgm:t>
    </dgm:pt>
    <dgm:pt modelId="{AE83DDF7-2220-4C0A-909D-4D2B7C3AFFCA}" type="sibTrans" cxnId="{8610FA54-047F-4857-A02B-BDBB62A82A9B}">
      <dgm:prSet/>
      <dgm:spPr/>
      <dgm:t>
        <a:bodyPr/>
        <a:lstStyle/>
        <a:p>
          <a:endParaRPr lang="ru-RU"/>
        </a:p>
      </dgm:t>
    </dgm:pt>
    <dgm:pt modelId="{D5B4187C-0CA9-48C7-AA0B-3297B7A1FBED}">
      <dgm:prSet phldrT="[Текст]" phldr="1"/>
      <dgm:spPr/>
      <dgm:t>
        <a:bodyPr/>
        <a:lstStyle/>
        <a:p>
          <a:endParaRPr lang="ru-RU"/>
        </a:p>
      </dgm:t>
    </dgm:pt>
    <dgm:pt modelId="{123D5AB9-4E12-47ED-8DA5-55453642DA41}" type="parTrans" cxnId="{5EE29DC7-DE7B-4735-B095-5A38252F79F5}">
      <dgm:prSet/>
      <dgm:spPr/>
      <dgm:t>
        <a:bodyPr/>
        <a:lstStyle/>
        <a:p>
          <a:endParaRPr lang="ru-RU"/>
        </a:p>
      </dgm:t>
    </dgm:pt>
    <dgm:pt modelId="{46D6D201-17AB-4A9E-9E5C-AA28F0D9C7BE}" type="sibTrans" cxnId="{5EE29DC7-DE7B-4735-B095-5A38252F79F5}">
      <dgm:prSet/>
      <dgm:spPr/>
      <dgm:t>
        <a:bodyPr/>
        <a:lstStyle/>
        <a:p>
          <a:endParaRPr lang="ru-RU"/>
        </a:p>
      </dgm:t>
    </dgm:pt>
    <dgm:pt modelId="{E8420B0C-923D-48AF-B42A-1EEA912876A0}">
      <dgm:prSet phldrT="[Текст]" phldr="1"/>
      <dgm:spPr/>
      <dgm:t>
        <a:bodyPr/>
        <a:lstStyle/>
        <a:p>
          <a:endParaRPr lang="ru-RU"/>
        </a:p>
      </dgm:t>
    </dgm:pt>
    <dgm:pt modelId="{7615CD89-BA3A-45F2-841A-12BC3DF459FA}" type="parTrans" cxnId="{F75B1BBE-139E-46EB-8C09-72FAB9CBE8CC}">
      <dgm:prSet/>
      <dgm:spPr/>
      <dgm:t>
        <a:bodyPr/>
        <a:lstStyle/>
        <a:p>
          <a:endParaRPr lang="ru-RU"/>
        </a:p>
      </dgm:t>
    </dgm:pt>
    <dgm:pt modelId="{613DED1C-E091-4BFE-BDB5-B06C099A8B07}" type="sibTrans" cxnId="{F75B1BBE-139E-46EB-8C09-72FAB9CBE8CC}">
      <dgm:prSet/>
      <dgm:spPr/>
      <dgm:t>
        <a:bodyPr/>
        <a:lstStyle/>
        <a:p>
          <a:endParaRPr lang="ru-RU"/>
        </a:p>
      </dgm:t>
    </dgm:pt>
    <dgm:pt modelId="{AC9AA322-4BE1-4971-9857-DE2F3F8E6842}" type="pres">
      <dgm:prSet presAssocID="{89F6F127-D0F6-4E01-8816-C33C8F8087CC}" presName="diagram" presStyleCnt="0">
        <dgm:presLayoutVars>
          <dgm:dir/>
          <dgm:resizeHandles val="exact"/>
        </dgm:presLayoutVars>
      </dgm:prSet>
      <dgm:spPr/>
    </dgm:pt>
    <dgm:pt modelId="{6E502D52-3250-4767-B0FD-F6ED839C0E50}" type="pres">
      <dgm:prSet presAssocID="{19C649D7-502C-465C-A365-79C5B3C705DD}" presName="node" presStyleLbl="node1" presStyleIdx="0" presStyleCnt="5">
        <dgm:presLayoutVars>
          <dgm:bulletEnabled val="1"/>
        </dgm:presLayoutVars>
      </dgm:prSet>
      <dgm:spPr/>
    </dgm:pt>
    <dgm:pt modelId="{55238472-6B96-42A7-966C-4B2EC870B2F2}" type="pres">
      <dgm:prSet presAssocID="{89BA4C65-A2BB-494B-A558-41EA8537DB21}" presName="sibTrans" presStyleCnt="0"/>
      <dgm:spPr/>
    </dgm:pt>
    <dgm:pt modelId="{1154B7E5-3E43-4F34-AEC8-4CFE05F32374}" type="pres">
      <dgm:prSet presAssocID="{2A66D8CB-F691-47FD-9639-3492F0BB6F5F}" presName="node" presStyleLbl="node1" presStyleIdx="1" presStyleCnt="5">
        <dgm:presLayoutVars>
          <dgm:bulletEnabled val="1"/>
        </dgm:presLayoutVars>
      </dgm:prSet>
      <dgm:spPr/>
    </dgm:pt>
    <dgm:pt modelId="{CC1CE5B2-EDAB-49A1-AE21-482A96706B19}" type="pres">
      <dgm:prSet presAssocID="{0FAC907C-7FE2-49AE-8061-6D2AAB5F55D7}" presName="sibTrans" presStyleCnt="0"/>
      <dgm:spPr/>
    </dgm:pt>
    <dgm:pt modelId="{97A9728A-0D5A-45D5-AC16-74CD6D77F86F}" type="pres">
      <dgm:prSet presAssocID="{E47B901F-93C3-4587-981A-54D44F44DDBE}" presName="node" presStyleLbl="node1" presStyleIdx="2" presStyleCnt="5">
        <dgm:presLayoutVars>
          <dgm:bulletEnabled val="1"/>
        </dgm:presLayoutVars>
      </dgm:prSet>
      <dgm:spPr/>
    </dgm:pt>
    <dgm:pt modelId="{B9636844-EB29-482E-81E9-C80F9A68DDF5}" type="pres">
      <dgm:prSet presAssocID="{AE83DDF7-2220-4C0A-909D-4D2B7C3AFFCA}" presName="sibTrans" presStyleCnt="0"/>
      <dgm:spPr/>
    </dgm:pt>
    <dgm:pt modelId="{73D9BA3B-9B82-4FF1-B714-A55DE0A834CE}" type="pres">
      <dgm:prSet presAssocID="{D5B4187C-0CA9-48C7-AA0B-3297B7A1FBED}" presName="node" presStyleLbl="node1" presStyleIdx="3" presStyleCnt="5">
        <dgm:presLayoutVars>
          <dgm:bulletEnabled val="1"/>
        </dgm:presLayoutVars>
      </dgm:prSet>
      <dgm:spPr/>
    </dgm:pt>
    <dgm:pt modelId="{6B34EA13-CE11-48C6-A964-41FC154C502D}" type="pres">
      <dgm:prSet presAssocID="{46D6D201-17AB-4A9E-9E5C-AA28F0D9C7BE}" presName="sibTrans" presStyleCnt="0"/>
      <dgm:spPr/>
    </dgm:pt>
    <dgm:pt modelId="{EB72BEDE-D08A-4449-8F57-066D88569F89}" type="pres">
      <dgm:prSet presAssocID="{E8420B0C-923D-48AF-B42A-1EEA912876A0}" presName="node" presStyleLbl="node1" presStyleIdx="4" presStyleCnt="5">
        <dgm:presLayoutVars>
          <dgm:bulletEnabled val="1"/>
        </dgm:presLayoutVars>
      </dgm:prSet>
      <dgm:spPr/>
    </dgm:pt>
  </dgm:ptLst>
  <dgm:cxnLst>
    <dgm:cxn modelId="{68065D3E-B392-4DF9-BDD4-BB007A893215}" type="presOf" srcId="{D5B4187C-0CA9-48C7-AA0B-3297B7A1FBED}" destId="{73D9BA3B-9B82-4FF1-B714-A55DE0A834CE}" srcOrd="0" destOrd="0" presId="urn:microsoft.com/office/officeart/2005/8/layout/default"/>
    <dgm:cxn modelId="{F37C9F66-89E9-4037-AEC7-87B980B92229}" type="presOf" srcId="{89F6F127-D0F6-4E01-8816-C33C8F8087CC}" destId="{AC9AA322-4BE1-4971-9857-DE2F3F8E6842}" srcOrd="0" destOrd="0" presId="urn:microsoft.com/office/officeart/2005/8/layout/default"/>
    <dgm:cxn modelId="{8610FA54-047F-4857-A02B-BDBB62A82A9B}" srcId="{89F6F127-D0F6-4E01-8816-C33C8F8087CC}" destId="{E47B901F-93C3-4587-981A-54D44F44DDBE}" srcOrd="2" destOrd="0" parTransId="{AE03AC5E-9E3A-4D9E-98B2-5D15134DA4D4}" sibTransId="{AE83DDF7-2220-4C0A-909D-4D2B7C3AFFCA}"/>
    <dgm:cxn modelId="{91B26976-A1F3-4984-937A-88763F8E1B91}" type="presOf" srcId="{E47B901F-93C3-4587-981A-54D44F44DDBE}" destId="{97A9728A-0D5A-45D5-AC16-74CD6D77F86F}" srcOrd="0" destOrd="0" presId="urn:microsoft.com/office/officeart/2005/8/layout/default"/>
    <dgm:cxn modelId="{27E4D57F-AF24-4266-98E6-78C36A775927}" type="presOf" srcId="{2A66D8CB-F691-47FD-9639-3492F0BB6F5F}" destId="{1154B7E5-3E43-4F34-AEC8-4CFE05F32374}" srcOrd="0" destOrd="0" presId="urn:microsoft.com/office/officeart/2005/8/layout/default"/>
    <dgm:cxn modelId="{DADF0D91-F9A0-475E-BCBD-F904F1628FD9}" type="presOf" srcId="{19C649D7-502C-465C-A365-79C5B3C705DD}" destId="{6E502D52-3250-4767-B0FD-F6ED839C0E50}" srcOrd="0" destOrd="0" presId="urn:microsoft.com/office/officeart/2005/8/layout/default"/>
    <dgm:cxn modelId="{2B9A4096-7222-4E7D-B031-977B34CD72B6}" type="presOf" srcId="{E8420B0C-923D-48AF-B42A-1EEA912876A0}" destId="{EB72BEDE-D08A-4449-8F57-066D88569F89}" srcOrd="0" destOrd="0" presId="urn:microsoft.com/office/officeart/2005/8/layout/default"/>
    <dgm:cxn modelId="{F75B1BBE-139E-46EB-8C09-72FAB9CBE8CC}" srcId="{89F6F127-D0F6-4E01-8816-C33C8F8087CC}" destId="{E8420B0C-923D-48AF-B42A-1EEA912876A0}" srcOrd="4" destOrd="0" parTransId="{7615CD89-BA3A-45F2-841A-12BC3DF459FA}" sibTransId="{613DED1C-E091-4BFE-BDB5-B06C099A8B07}"/>
    <dgm:cxn modelId="{8F0686BE-07AD-4EEB-B8D3-9D0F32EC34A1}" srcId="{89F6F127-D0F6-4E01-8816-C33C8F8087CC}" destId="{19C649D7-502C-465C-A365-79C5B3C705DD}" srcOrd="0" destOrd="0" parTransId="{BEBE2A40-7F94-414B-A27E-793238158F1C}" sibTransId="{89BA4C65-A2BB-494B-A558-41EA8537DB21}"/>
    <dgm:cxn modelId="{ADA8F4C3-8ED7-412D-B8AD-139D4F7AC809}" srcId="{89F6F127-D0F6-4E01-8816-C33C8F8087CC}" destId="{2A66D8CB-F691-47FD-9639-3492F0BB6F5F}" srcOrd="1" destOrd="0" parTransId="{533A86D9-1FF7-4DA4-B6DB-A39D58976B8F}" sibTransId="{0FAC907C-7FE2-49AE-8061-6D2AAB5F55D7}"/>
    <dgm:cxn modelId="{5EE29DC7-DE7B-4735-B095-5A38252F79F5}" srcId="{89F6F127-D0F6-4E01-8816-C33C8F8087CC}" destId="{D5B4187C-0CA9-48C7-AA0B-3297B7A1FBED}" srcOrd="3" destOrd="0" parTransId="{123D5AB9-4E12-47ED-8DA5-55453642DA41}" sibTransId="{46D6D201-17AB-4A9E-9E5C-AA28F0D9C7BE}"/>
    <dgm:cxn modelId="{D6A7C967-0C6E-4262-A108-BABDE8EBCF37}" type="presParOf" srcId="{AC9AA322-4BE1-4971-9857-DE2F3F8E6842}" destId="{6E502D52-3250-4767-B0FD-F6ED839C0E50}" srcOrd="0" destOrd="0" presId="urn:microsoft.com/office/officeart/2005/8/layout/default"/>
    <dgm:cxn modelId="{00A9E50F-4B15-4358-92C3-E24B3772D4B7}" type="presParOf" srcId="{AC9AA322-4BE1-4971-9857-DE2F3F8E6842}" destId="{55238472-6B96-42A7-966C-4B2EC870B2F2}" srcOrd="1" destOrd="0" presId="urn:microsoft.com/office/officeart/2005/8/layout/default"/>
    <dgm:cxn modelId="{62E654C6-98F2-43C8-9DFC-532631EEEB2F}" type="presParOf" srcId="{AC9AA322-4BE1-4971-9857-DE2F3F8E6842}" destId="{1154B7E5-3E43-4F34-AEC8-4CFE05F32374}" srcOrd="2" destOrd="0" presId="urn:microsoft.com/office/officeart/2005/8/layout/default"/>
    <dgm:cxn modelId="{264ADB8A-A1F7-4F95-82B0-4BDB4B6B9267}" type="presParOf" srcId="{AC9AA322-4BE1-4971-9857-DE2F3F8E6842}" destId="{CC1CE5B2-EDAB-49A1-AE21-482A96706B19}" srcOrd="3" destOrd="0" presId="urn:microsoft.com/office/officeart/2005/8/layout/default"/>
    <dgm:cxn modelId="{AAF5E0C4-08E2-4D5B-AC57-94BBCE9E888D}" type="presParOf" srcId="{AC9AA322-4BE1-4971-9857-DE2F3F8E6842}" destId="{97A9728A-0D5A-45D5-AC16-74CD6D77F86F}" srcOrd="4" destOrd="0" presId="urn:microsoft.com/office/officeart/2005/8/layout/default"/>
    <dgm:cxn modelId="{79D9609C-8523-4CB9-B6F7-B17206B269FC}" type="presParOf" srcId="{AC9AA322-4BE1-4971-9857-DE2F3F8E6842}" destId="{B9636844-EB29-482E-81E9-C80F9A68DDF5}" srcOrd="5" destOrd="0" presId="urn:microsoft.com/office/officeart/2005/8/layout/default"/>
    <dgm:cxn modelId="{763FC48D-5AD9-4BAE-9093-7EBBC3FC86FC}" type="presParOf" srcId="{AC9AA322-4BE1-4971-9857-DE2F3F8E6842}" destId="{73D9BA3B-9B82-4FF1-B714-A55DE0A834CE}" srcOrd="6" destOrd="0" presId="urn:microsoft.com/office/officeart/2005/8/layout/default"/>
    <dgm:cxn modelId="{D6C34E18-11BA-41D7-99FA-1AED58B327A9}" type="presParOf" srcId="{AC9AA322-4BE1-4971-9857-DE2F3F8E6842}" destId="{6B34EA13-CE11-48C6-A964-41FC154C502D}" srcOrd="7" destOrd="0" presId="urn:microsoft.com/office/officeart/2005/8/layout/default"/>
    <dgm:cxn modelId="{7E27D130-016C-4CCB-ADF5-8F5769D8141A}" type="presParOf" srcId="{AC9AA322-4BE1-4971-9857-DE2F3F8E6842}" destId="{EB72BEDE-D08A-4449-8F57-066D88569F8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02D52-3250-4767-B0FD-F6ED839C0E50}">
      <dsp:nvSpPr>
        <dsp:cNvPr id="0" name=""/>
        <dsp:cNvSpPr/>
      </dsp:nvSpPr>
      <dsp:spPr>
        <a:xfrm>
          <a:off x="254325" y="310"/>
          <a:ext cx="1269689" cy="761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/>
            <a:t>Директор Соколова Анна Владимировна</a:t>
          </a:r>
        </a:p>
      </dsp:txBody>
      <dsp:txXfrm>
        <a:off x="254325" y="310"/>
        <a:ext cx="1269689" cy="761813"/>
      </dsp:txXfrm>
    </dsp:sp>
    <dsp:sp modelId="{1154B7E5-3E43-4F34-AEC8-4CFE05F32374}">
      <dsp:nvSpPr>
        <dsp:cNvPr id="0" name=""/>
        <dsp:cNvSpPr/>
      </dsp:nvSpPr>
      <dsp:spPr>
        <a:xfrm>
          <a:off x="1650984" y="310"/>
          <a:ext cx="1269689" cy="761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1650984" y="310"/>
        <a:ext cx="1269689" cy="761813"/>
      </dsp:txXfrm>
    </dsp:sp>
    <dsp:sp modelId="{97A9728A-0D5A-45D5-AC16-74CD6D77F86F}">
      <dsp:nvSpPr>
        <dsp:cNvPr id="0" name=""/>
        <dsp:cNvSpPr/>
      </dsp:nvSpPr>
      <dsp:spPr>
        <a:xfrm>
          <a:off x="254325" y="889093"/>
          <a:ext cx="1269689" cy="761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254325" y="889093"/>
        <a:ext cx="1269689" cy="761813"/>
      </dsp:txXfrm>
    </dsp:sp>
    <dsp:sp modelId="{73D9BA3B-9B82-4FF1-B714-A55DE0A834CE}">
      <dsp:nvSpPr>
        <dsp:cNvPr id="0" name=""/>
        <dsp:cNvSpPr/>
      </dsp:nvSpPr>
      <dsp:spPr>
        <a:xfrm>
          <a:off x="1650984" y="889093"/>
          <a:ext cx="1269689" cy="761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1650984" y="889093"/>
        <a:ext cx="1269689" cy="761813"/>
      </dsp:txXfrm>
    </dsp:sp>
    <dsp:sp modelId="{EB72BEDE-D08A-4449-8F57-066D88569F89}">
      <dsp:nvSpPr>
        <dsp:cNvPr id="0" name=""/>
        <dsp:cNvSpPr/>
      </dsp:nvSpPr>
      <dsp:spPr>
        <a:xfrm>
          <a:off x="952655" y="1777875"/>
          <a:ext cx="1269689" cy="761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952655" y="1777875"/>
        <a:ext cx="1269689" cy="761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FFD0D-FEB8-A84F-C07A-60649021B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F9F928-D7E4-2C5D-9A18-1CAFD3635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FF86E-D56F-4635-D6B9-1E9E5838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BA180-C4C8-D118-34DB-538B09E5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F3C0EA-44F7-3DDD-F975-775663F2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77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7867B-47AE-5D48-2312-D9C50AFD1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194979-1BF9-A1A9-9BD4-54BCD3613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756459-C491-ED3E-5FF9-8EDE926D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6F87FA-070A-6BB1-F5AF-8B859928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F9DC4-55BD-78E8-8D1B-AF84D153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758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99C46-B076-5029-83C2-E82F26C57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34311E-DBA2-871F-B253-2B0701B60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BEE598-BC24-CA82-90D9-87D2E7C7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898BB8-DF9E-97F2-692D-62285AD2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52F33-C416-F318-FD0F-7BA96E4A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30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DB28F-14AA-BA31-8E36-F7C2F203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476C94-C685-C287-EA37-38CEB80DD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3E81E0-C3C3-7733-3DF1-CBB73BCF4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7A6D12-E174-7568-9934-6A298E2C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581437-5349-D02C-B7E8-C84AC25E6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0993FA-6EB8-BB2F-3C45-16ED8C97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85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F933F3-C809-6BAC-5B6D-7A647ACF7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42B7A2-86D4-4D36-365A-FCF0888B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0833DD-CBA1-A3D9-2B66-9FFA37AFB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B37991-6032-86F1-D46F-0DF18B7B3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848A97-4D57-A4FA-648A-8FC315721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E816DA-A21B-250A-6BF8-36437C01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1E3BD5-542C-9D28-6884-EA1C27CB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C33A131-F625-14B5-E764-0A496E89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05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CF810-6183-3AB6-262B-8814F700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4D56D30-D24D-E12B-F783-342FB905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8186F6-1169-CBB7-08B3-D061745E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4BF549-ABB5-2A2E-6A75-C7BA5A5B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26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28E1A4-F8F5-74EB-2EA1-C4D176EE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848F77F-2EFA-9BCF-5069-87C16F78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FCB92E-27A3-953F-F01B-1442E55C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44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F3E0C-501C-32BD-4DF8-EA22BE33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3303C6-A2BA-4166-7C89-999089449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6C3F4E-E0D3-2894-08FA-82289070E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E9B4D7-15BE-4628-84D6-DC65285C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AEB318-D9B4-3F23-4E3B-1EB2A1F1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B70F4B-B37C-11BF-9CAE-2EF2FD6A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83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BFD1C-1739-FA15-3712-347F24CA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0BF0FE-8FA8-AF49-750D-051C70A73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2D89B3-49A2-8856-CE60-C4D59A8D5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321193-EDF5-3C25-5495-F1408E98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C5EABA-BA80-263F-83B5-3947A6D7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9C086B-B835-FFC2-0F5B-D99ED96C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80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39BA2-CFC9-3D65-DFBE-10D9AD93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06E5B2-BAFD-28D4-4D4C-07BA0A576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CE5CD8-9BD5-087B-2E8A-9A0445C1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E7202A-910C-0C8D-9805-58F10C5C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EC1D70-0610-4A9E-06C6-1D396A7AE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507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1B2FAC-72AE-3D9A-E59F-AA06CEDFB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23DA5E-6A96-9701-2ADB-FA1D49E3C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CAC5A1-A804-7383-FB5C-4748EEB9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8C8B5C-B3DC-D8FB-B2F0-94E62D48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2497B9-D23D-9E00-66F6-CBA98904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35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9A155-18A4-82B7-0341-79980C01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7F032C-6AE1-621B-3F1F-0FB125781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8DEA85-BFDE-8BDB-6A75-537BD645F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8B40E-6A07-46B4-AA84-213E7CF6B90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6DF5B3-B20A-E1B6-03C3-8FF3FC324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B1F31F-34FC-E340-E144-3EF619DB3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68925-2018-4682-9A64-1F465FE3B1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87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88F8B040-62E6-CD5B-DCFA-04BD5A4D5E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0882927"/>
              </p:ext>
            </p:extLst>
          </p:nvPr>
        </p:nvGraphicFramePr>
        <p:xfrm>
          <a:off x="254000" y="254000"/>
          <a:ext cx="5080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Схема 2" descr="Схема, vorontsov@example.ru">
            <a:extLst>
              <a:ext uri="{FF2B5EF4-FFF2-40B4-BE49-F238E27FC236}">
                <a16:creationId xmlns:a16="http://schemas.microsoft.com/office/drawing/2014/main" id="{0F9877AF-B2C6-0ECA-0F22-9C37209EEB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754830"/>
              </p:ext>
            </p:extLst>
          </p:nvPr>
        </p:nvGraphicFramePr>
        <p:xfrm>
          <a:off x="5715000" y="254000"/>
          <a:ext cx="3175000" cy="25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47981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Лебедева Ирина</dc:creator>
  <cp:lastModifiedBy>Лебедева Ирина</cp:lastModifiedBy>
  <cp:revision>1</cp:revision>
  <dcterms:created xsi:type="dcterms:W3CDTF">2026-10-23T08:00:52Z</dcterms:created>
  <dcterms:modified xsi:type="dcterms:W3CDTF">2026-10-23T08:00:52Z</dcterms:modified>
</cp:coreProperties>
</file>